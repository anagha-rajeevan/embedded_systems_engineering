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3827B-9749-33E5-9C8E-0D8495F64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2758" y="1122362"/>
            <a:ext cx="10531928" cy="2976109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entury" panose="02040604050505020304" pitchFamily="18" charset="0"/>
              </a:rPr>
              <a:t>AVR-Based Home Safety &amp; Theft Detection System</a:t>
            </a:r>
            <a:endParaRPr lang="en-IN" dirty="0">
              <a:solidFill>
                <a:schemeClr val="bg1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717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D360C-9984-9FFE-9348-1A537A522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3" y="273278"/>
            <a:ext cx="8791575" cy="1594851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93A8A3-E79D-3C69-F2C2-ED6320923E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3" y="2422616"/>
            <a:ext cx="10010776" cy="1326923"/>
          </a:xfrm>
        </p:spPr>
        <p:txBody>
          <a:bodyPr/>
          <a:lstStyle/>
          <a:p>
            <a:r>
              <a:rPr lang="en-US" cap="none" dirty="0">
                <a:solidFill>
                  <a:schemeClr val="bg1"/>
                </a:solidFill>
              </a:rPr>
              <a:t>To design a compact embedded system using ATMEGA328P that detects </a:t>
            </a:r>
            <a:r>
              <a:rPr lang="en-US" b="1" cap="none" dirty="0">
                <a:solidFill>
                  <a:schemeClr val="bg1"/>
                </a:solidFill>
              </a:rPr>
              <a:t>intrusion, smoke, and high-temperature fire conditions</a:t>
            </a:r>
            <a:r>
              <a:rPr lang="en-US" cap="none" dirty="0">
                <a:solidFill>
                  <a:schemeClr val="bg1"/>
                </a:solidFill>
              </a:rPr>
              <a:t> </a:t>
            </a:r>
            <a:r>
              <a:rPr lang="en-IN" cap="none" dirty="0">
                <a:solidFill>
                  <a:schemeClr val="bg1"/>
                </a:solidFill>
              </a:rPr>
              <a:t>with priority-based alarm handling </a:t>
            </a:r>
            <a:r>
              <a:rPr lang="en-US" cap="none" dirty="0">
                <a:solidFill>
                  <a:schemeClr val="bg1"/>
                </a:solidFill>
              </a:rPr>
              <a:t>for home safety.</a:t>
            </a:r>
            <a:endParaRPr lang="en-IN" cap="non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594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B7722-14D9-894C-8842-994BF5698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70271"/>
            <a:ext cx="9905999" cy="549623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</a:rPr>
              <a:t>SYSTEM COMPONENTS</a:t>
            </a:r>
          </a:p>
          <a:p>
            <a:r>
              <a:rPr lang="en-IN" b="1" dirty="0">
                <a:solidFill>
                  <a:schemeClr val="bg1"/>
                </a:solidFill>
              </a:rPr>
              <a:t>Microcontroller:</a:t>
            </a:r>
            <a:r>
              <a:rPr lang="en-IN" dirty="0">
                <a:solidFill>
                  <a:schemeClr val="bg1"/>
                </a:solidFill>
              </a:rPr>
              <a:t> ATMEGA328P</a:t>
            </a:r>
          </a:p>
          <a:p>
            <a:r>
              <a:rPr lang="en-IN" b="1" dirty="0">
                <a:solidFill>
                  <a:schemeClr val="bg1"/>
                </a:solidFill>
              </a:rPr>
              <a:t>Sensors:</a:t>
            </a:r>
            <a:endParaRPr lang="en-IN" dirty="0">
              <a:solidFill>
                <a:schemeClr val="bg1"/>
              </a:solidFill>
            </a:endParaRPr>
          </a:p>
          <a:p>
            <a:pPr lvl="1"/>
            <a:r>
              <a:rPr lang="en-IN" dirty="0">
                <a:solidFill>
                  <a:schemeClr val="bg1"/>
                </a:solidFill>
              </a:rPr>
              <a:t>PIR Sensor – Intrusion detection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MQ-2 Gas Sensor – Smoke/Gas detection 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LM35 Temperature Sensor – Fire / over-temperature detection</a:t>
            </a:r>
          </a:p>
          <a:p>
            <a:r>
              <a:rPr lang="en-IN" b="1" dirty="0">
                <a:solidFill>
                  <a:schemeClr val="bg1"/>
                </a:solidFill>
              </a:rPr>
              <a:t>Outputs:</a:t>
            </a:r>
            <a:endParaRPr lang="en-IN" dirty="0">
              <a:solidFill>
                <a:schemeClr val="bg1"/>
              </a:solidFill>
            </a:endParaRPr>
          </a:p>
          <a:p>
            <a:pPr lvl="1"/>
            <a:r>
              <a:rPr lang="en-IN" dirty="0">
                <a:solidFill>
                  <a:schemeClr val="bg1"/>
                </a:solidFill>
              </a:rPr>
              <a:t>Buzzer (audible alerts)</a:t>
            </a:r>
          </a:p>
          <a:p>
            <a:pPr lvl="1"/>
            <a:r>
              <a:rPr lang="en-IN" dirty="0">
                <a:solidFill>
                  <a:schemeClr val="bg1"/>
                </a:solidFill>
              </a:rPr>
              <a:t>LEDs (status indication)</a:t>
            </a:r>
          </a:p>
          <a:p>
            <a:r>
              <a:rPr lang="en-IN" b="1" dirty="0">
                <a:solidFill>
                  <a:schemeClr val="bg1"/>
                </a:solidFill>
              </a:rPr>
              <a:t>Communication:</a:t>
            </a:r>
            <a:r>
              <a:rPr lang="en-IN" dirty="0">
                <a:solidFill>
                  <a:schemeClr val="bg1"/>
                </a:solidFill>
              </a:rPr>
              <a:t> UART (system status/debug)</a:t>
            </a:r>
          </a:p>
          <a:p>
            <a:r>
              <a:rPr lang="en-US" dirty="0">
                <a:solidFill>
                  <a:schemeClr val="bg1"/>
                </a:solidFill>
              </a:rPr>
              <a:t>When a dangerous condition is detected, the </a:t>
            </a:r>
            <a:r>
              <a:rPr lang="en-IN" dirty="0">
                <a:solidFill>
                  <a:schemeClr val="bg1"/>
                </a:solidFill>
              </a:rPr>
              <a:t>ATMEGA328P</a:t>
            </a:r>
            <a:r>
              <a:rPr lang="en-US" dirty="0">
                <a:solidFill>
                  <a:schemeClr val="bg1"/>
                </a:solidFill>
              </a:rPr>
              <a:t> sends a text alert via UART, for example:</a:t>
            </a:r>
          </a:p>
          <a:p>
            <a:r>
              <a:rPr lang="en-US" dirty="0">
                <a:solidFill>
                  <a:schemeClr val="bg1"/>
                </a:solidFill>
              </a:rPr>
              <a:t>FIRE ALERT</a:t>
            </a:r>
          </a:p>
          <a:p>
            <a:r>
              <a:rPr lang="en-US" dirty="0">
                <a:solidFill>
                  <a:schemeClr val="bg1"/>
                </a:solidFill>
              </a:rPr>
              <a:t>INTRUSION DETECTED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0553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EA2E077-8AFB-F633-E7FE-D748F7E3B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40076" y="501444"/>
            <a:ext cx="8868697" cy="6356555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System Working</a:t>
            </a:r>
          </a:p>
          <a:p>
            <a:pPr marL="457200" indent="-457200">
              <a:buFont typeface="+mj-lt"/>
              <a:buAutoNum type="arabicPeriod"/>
            </a:pPr>
            <a:r>
              <a:rPr lang="en-IN" cap="none" dirty="0">
                <a:solidFill>
                  <a:schemeClr val="bg1"/>
                </a:solidFill>
              </a:rPr>
              <a:t>PIR sensor triggers INT0 interrupt on motion detection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cap="none" dirty="0">
                <a:solidFill>
                  <a:schemeClr val="bg1"/>
                </a:solidFill>
              </a:rPr>
              <a:t>MQ-2 sensor output is monitored via ADC for smoke detection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cap="none" dirty="0">
                <a:solidFill>
                  <a:schemeClr val="bg1"/>
                </a:solidFill>
              </a:rPr>
              <a:t>LM35 temperature sensor is read using ADC for over-temperature detection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cap="none" dirty="0">
                <a:solidFill>
                  <a:schemeClr val="bg1"/>
                </a:solidFill>
              </a:rPr>
              <a:t>Sensor values are compared against predefined thresholds</a:t>
            </a:r>
          </a:p>
          <a:p>
            <a:pPr marL="457200" indent="-457200">
              <a:buFont typeface="+mj-lt"/>
              <a:buAutoNum type="arabicPeriod"/>
            </a:pPr>
            <a:r>
              <a:rPr lang="en-IN" cap="none" dirty="0">
                <a:solidFill>
                  <a:schemeClr val="bg1"/>
                </a:solidFill>
              </a:rPr>
              <a:t>Alarm is activated based on event priority</a:t>
            </a:r>
          </a:p>
          <a:p>
            <a:pPr marL="457200" indent="-457200">
              <a:buFont typeface="+mj-lt"/>
              <a:buAutoNum type="arabicPeriod"/>
            </a:pPr>
            <a:r>
              <a:rPr lang="en-IN" cap="none" dirty="0">
                <a:solidFill>
                  <a:schemeClr val="bg1"/>
                </a:solidFill>
              </a:rPr>
              <a:t>System status is sent via UART</a:t>
            </a:r>
          </a:p>
          <a:p>
            <a:endParaRPr lang="en-IN" cap="none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Priority Order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cap="none" dirty="0">
                <a:solidFill>
                  <a:schemeClr val="bg1"/>
                </a:solidFill>
              </a:rPr>
              <a:t>High temperature (fire)</a:t>
            </a:r>
            <a:r>
              <a:rPr lang="en-US" cap="none" dirty="0">
                <a:solidFill>
                  <a:schemeClr val="bg1"/>
                </a:solidFill>
              </a:rPr>
              <a:t> – highest priority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cap="none" dirty="0">
                <a:solidFill>
                  <a:schemeClr val="bg1"/>
                </a:solidFill>
              </a:rPr>
              <a:t>Smoke detection</a:t>
            </a:r>
            <a:r>
              <a:rPr lang="en-US" cap="none" dirty="0">
                <a:solidFill>
                  <a:schemeClr val="bg1"/>
                </a:solidFill>
              </a:rPr>
              <a:t> – medium priority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cap="none" dirty="0">
                <a:solidFill>
                  <a:schemeClr val="bg1"/>
                </a:solidFill>
              </a:rPr>
              <a:t>Motion detection</a:t>
            </a:r>
            <a:r>
              <a:rPr lang="en-US" cap="none" dirty="0">
                <a:solidFill>
                  <a:schemeClr val="bg1"/>
                </a:solidFill>
              </a:rPr>
              <a:t> – lowest priority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39439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197</TotalTime>
  <Words>176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</vt:lpstr>
      <vt:lpstr>Tw Cen MT</vt:lpstr>
      <vt:lpstr>Circuit</vt:lpstr>
      <vt:lpstr>AVR-Based Home Safety &amp; Theft Detection System</vt:lpstr>
      <vt:lpstr>Objective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ANAGHA R</dc:creator>
  <cp:lastModifiedBy>ANAGHA R</cp:lastModifiedBy>
  <cp:revision>8</cp:revision>
  <dcterms:created xsi:type="dcterms:W3CDTF">2025-12-19T13:40:40Z</dcterms:created>
  <dcterms:modified xsi:type="dcterms:W3CDTF">2026-01-31T11:42:23Z</dcterms:modified>
</cp:coreProperties>
</file>